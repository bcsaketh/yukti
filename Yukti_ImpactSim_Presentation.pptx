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Yukti: ImpactSim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AI-Powered Social Entrepreneurship Simulator</a:t>
            </a:r>
          </a:p>
          <a:p>
            <a:pPr>
              <a:spcAft>
                <a:spcPts val="1000"/>
              </a:spcAft>
              <a:defRPr sz="1200" b="0">
                <a:solidFill>
                  <a:srgbClr val="000000"/>
                </a:solidFill>
              </a:defRPr>
            </a:pPr>
            <a:r>
              <a:t>Empowering the next generation of social innovators through High-Performance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ImpactSim (Yukti) is an immersive, AI-first simulation platform designed to bridge the gap between theoretical social entrepreneurship and real-world execution. The system provides a 'safe space' for youth to practice decision-making, resource management, and stakeholder navigation. By utilizing Llama 3.1 via Groq's high-speed inference, the platform offers real-time mentoring and dynamic boardroom simulations, enabling users to transform vague social concepts into actionable, validated enterprise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Overview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Social entrepreneurship is critical for solving global challenges, yet many aspiring changemakers are deterred by the high risk of failure and lack of structured mentorship. Yukti provides a structured pathway for these individuals.</a:t>
            </a:r>
          </a:p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Key Focus Areas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Gamified Idea Development (Sprint Game)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Interactive AI-Driven Boardroom Simulations powered by Llama 3.1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Immersive 3D/Neural User Interfaces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Current Limitations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Reliance on static case studies and theoretical textbooks.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High cost and low accessibility of physical incubation programs.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Lack of real-time, personalized feedback on startup ideas.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Non-interactive learning models that fail to simulate market dynamics.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Innovations in Yukti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Visionary Architect Simulation Engine (VASE): A custom Groq-powered AI engine for multi-step validation.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AI Boardroom: Real-time stakeholder negotiation simulator powered by Llama 3.1.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Neural Hub: Centralized dashboard for tracking environmental and social impact metrics.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Multi-language Mentorship: Breaking barriers with integrated Hindi and English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Process Cycle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1. Idea Intake: User captures a social problem and propose a solution.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2. The Sprint Game: 5-step gamified journey to refine the business model.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3. AI Validation: Llama 3.1-driven analysis of feasibility and impact.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4. Boardroom Simulation: Presentation to virtual stakeholders and handling rebuttals.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5. Iteration: Updating the Workspace based on simulation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Core Components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Frontend: React 18, Vite, Tailwind CSS, Three.js (for Neural Flux Field).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Backend &amp; Auth: Firebase Authentication and Firestore Database.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AI Integration: Groq Cloud SDK with Llama 3.1-8b-instant models.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Routing &amp; State: React Context API and Animate Presence for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Hardware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Any device with a modern web browser (Chrome, Edge, Safari).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Minimum 4GB RAM for smooth 3D rendering.</a:t>
            </a:r>
          </a:p>
          <a:p>
            <a:pPr>
              <a:spcAft>
                <a:spcPts val="1000"/>
              </a:spcAft>
              <a:defRPr sz="1400" b="1">
                <a:solidFill>
                  <a:srgbClr val="000000"/>
                </a:solidFill>
              </a:defRPr>
            </a:pPr>
            <a:r>
              <a:t>Software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OS: Windows, Linux, or macOS.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Environment: Node.js (v18+) for local execution.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Stable Internet Connection for AI and Firebase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Groq Cloud API Documentation (console.groq.com)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Meta Llama 3.1 Model Card (ai.meta.com/llama)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Firebase Documentation (firebase.google.com/docs)</a:t>
            </a:r>
          </a:p>
          <a:p>
            <a:pPr>
              <a:spcAft>
                <a:spcPts val="1000"/>
              </a:spcAft>
              <a:defRPr sz="1200">
                <a:solidFill>
                  <a:srgbClr val="000000"/>
                </a:solidFill>
              </a:defRPr>
            </a:pPr>
            <a:r>
              <a:t>- React.js Official Documentation (react.dev)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